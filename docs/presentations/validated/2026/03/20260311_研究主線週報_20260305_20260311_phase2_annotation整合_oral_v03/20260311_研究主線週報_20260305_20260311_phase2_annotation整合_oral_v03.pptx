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頁面目的：快速建立報告主題、時間範圍與高層結論。</a:t>
            </a:r>
          </a:p>
          <a:p>
            <a:r>
              <a:t>口頭重點：</a:t>
            </a:r>
          </a:p>
          <a:p>
            <a:r>
              <a:t>1. 這份簡報整理的是 2026-03-05 到 2026-03-11 的研究主線。</a:t>
            </a:r>
          </a:p>
          <a:p>
            <a:r>
              <a:t>2. 本週最重要收斂是三層分工：caller-first、methylation-support、annotation/QC/artifact triage。</a:t>
            </a:r>
          </a:p>
          <a:p>
            <a:r>
              <a:t>3. 這份 deck 以口頭報告型為主，細節會放在後面與原始週報。</a:t>
            </a:r>
          </a:p>
          <a:p>
            <a:r>
              <a:t>證據來源：</a:t>
            </a:r>
          </a:p>
          <a:p>
            <a:r>
              <a:t>- 主週報：/big8_disk/liaoyoyo2001/InterSubMod/docs/reports/validated/2026/03/20260311_研究主線週報_20260305_20260311_phase2_annotation整合_01.md</a:t>
            </a:r>
          </a:p>
          <a:p>
            <a:r>
              <a:t>- deck footer：InterSubMod weekly research review deck rebuilt for oral presentation.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頁面目的：先讓聽眾知道簡報會怎麼走，避免在中途迷路。</a:t>
            </a:r>
          </a:p>
          <a:p>
            <a:r>
              <a:t>口頭重點：</a:t>
            </a:r>
          </a:p>
          <a:p>
            <a:r>
              <a:t>1. 先講破題結論，再講四象限資料邊界。</a:t>
            </a:r>
          </a:p>
          <a:p>
            <a:r>
              <a:t>2. 中段聚焦 paired 與 tumor-only 的主要結果。</a:t>
            </a:r>
          </a:p>
          <a:p>
            <a:r>
              <a:t>3. 後段收斂到 phase 2、annotation layer、缺口與下一步。</a:t>
            </a:r>
          </a:p>
          <a:p>
            <a:r>
              <a:t>4. 最後會保留原始檔案與重生路徑，方便複查。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頁面目的：用一頁先把本週最重要的結論講完。</a:t>
            </a:r>
          </a:p>
          <a:p>
            <a:r>
              <a:t>口頭重點：</a:t>
            </a:r>
          </a:p>
          <a:p>
            <a:r>
              <a:t>1. 目前最穩的救援訊號仍在 caller 端，不在甲基端。</a:t>
            </a:r>
          </a:p>
          <a:p>
            <a:r>
              <a:t>2. 甲基訊號已經證明有價值，但現階段應定位成 support、annotation 與 triage。</a:t>
            </a:r>
          </a:p>
          <a:p>
            <a:r>
              <a:t>3. 5kHz paired 有小幅正增益；5kHz TO 則最能看見甲基 support。</a:t>
            </a:r>
          </a:p>
          <a:p>
            <a:r>
              <a:t>4. DORADO TO 證明甲基不是全負效果，但 Pairwise 方向不具全域一致性。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頁面目的：交代四象限可以一起看，但不是所有數值都能直接硬比。</a:t>
            </a:r>
          </a:p>
          <a:p>
            <a:r>
              <a:t>口頭重點：</a:t>
            </a:r>
          </a:p>
          <a:p>
            <a:r>
              <a:t>1. 四個 dataset 已形成 paired / TO 與 5kHz / DORADO 的矩陣。</a:t>
            </a:r>
          </a:p>
          <a:p>
            <a:r>
              <a:t>2. paired 與 TO 的 candidate-specific coverage 差很多。</a:t>
            </a:r>
          </a:p>
          <a:p>
            <a:r>
              <a:t>3. 5kHz TO 用 full tagged BAM，DORADO TO 用 subset tagged BAM，所以 read-level 只能做方向比較。</a:t>
            </a:r>
          </a:p>
          <a:p>
            <a:r>
              <a:t>4. PairwiseMedianDist 目前明顯是 dataset-aware 訊號。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頁面目的：讓聽眾理解本週不是零散試規則，而是有節奏地推進。</a:t>
            </a:r>
          </a:p>
          <a:p>
            <a:r>
              <a:t>口頭重點：</a:t>
            </a:r>
          </a:p>
          <a:p>
            <a:r>
              <a:t>1. 先排除 mixed purity 作主線的干擾。</a:t>
            </a:r>
          </a:p>
          <a:p>
            <a:r>
              <a:t>2. 再跑 paired pure 與 tumor-only 主流程。</a:t>
            </a:r>
          </a:p>
          <a:p>
            <a:r>
              <a:t>3. 接著補 candidate-specific rescue、phase 2 與 annotation layer。</a:t>
            </a:r>
          </a:p>
          <a:p>
            <a:r>
              <a:t>4. 這週真正的收穫是把哪些東西該進主流程、哪些只該留在分析層定型。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頁面目的：說明 paired pure 場景的正式 benchmark 結果。</a:t>
            </a:r>
          </a:p>
          <a:p>
            <a:r>
              <a:t>口頭重點：</a:t>
            </a:r>
          </a:p>
          <a:p>
            <a:r>
              <a:t>1. 5kHz paired 是最 noisy 的主樣本，所以小幅提升仍有意義。</a:t>
            </a:r>
          </a:p>
          <a:p>
            <a:r>
              <a:t>2. 5kHz paired 的正增益主要來自多移除 83 個 FP，不是大量救回 TP。</a:t>
            </a:r>
          </a:p>
          <a:p>
            <a:r>
              <a:t>3. DORADO paired 幾乎持平略負，表示同一條規則不具自動可攜性。</a:t>
            </a:r>
          </a:p>
          <a:p>
            <a:r>
              <a:t>4. 因此 paired 目前仍以 caller-first 為主，InterSubMod 較像 precision 精修層。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頁面目的：整理 tumor-only rescue 的高層結論。</a:t>
            </a:r>
          </a:p>
          <a:p>
            <a:r>
              <a:t>口頭重點：</a:t>
            </a:r>
          </a:p>
          <a:p>
            <a:r>
              <a:t>1. TO 下甲基特徵不是全負效果，單獨看有正值。</a:t>
            </a:r>
          </a:p>
          <a:p>
            <a:r>
              <a:t>2. 但在同一 caller gate 之後，甲基 support 目前仍沒有超過最佳 caller-only。</a:t>
            </a:r>
          </a:p>
          <a:p>
            <a:r>
              <a:t>3. 5kHz TO 與 DORADO TO 都支持同一個高層分工：caller-first + methylation-support。</a:t>
            </a:r>
          </a:p>
          <a:p>
            <a:r>
              <a:t>4. DORADO TO 目前仍需保留 subset haplotag 的解讀限制。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頁面目的：把特徵重新分工，避免再把所有特徵混在同一層解讀。</a:t>
            </a:r>
          </a:p>
          <a:p>
            <a:r>
              <a:t>口頭重點：</a:t>
            </a:r>
          </a:p>
          <a:p>
            <a:r>
              <a:t>1. caller-first 負責定義第一層可救回集合。</a:t>
            </a:r>
          </a:p>
          <a:p>
            <a:r>
              <a:t>2. methylation-support 負責排序、補強與局部支持。</a:t>
            </a:r>
          </a:p>
          <a:p>
            <a:r>
              <a:t>3. annotation/QC/triage 負責 phase 完整度、artifact 與 dataset-aware 註記。</a:t>
            </a:r>
          </a:p>
          <a:p>
            <a:r>
              <a:t>4. 這種分工比單純堆更多條件更重要。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頁面目的：逐一說明哪些特徵可升級、哪些不能。</a:t>
            </a:r>
          </a:p>
          <a:p>
            <a:r>
              <a:t>口頭重點：</a:t>
            </a:r>
          </a:p>
          <a:p>
            <a:r>
              <a:t>1. GQ 仍是最穩定的主規則訊號。</a:t>
            </a:r>
          </a:p>
          <a:p>
            <a:r>
              <a:t>2. Quality_Score 可升為 support annotation。</a:t>
            </a:r>
          </a:p>
          <a:p>
            <a:r>
              <a:t>3. PairwiseMedianDist 只能升為 dataset-aware annotation，不能變全域規則。</a:t>
            </a:r>
          </a:p>
          <a:p>
            <a:r>
              <a:t>4. hp_assign_rate 應明確降階為 phase/QC annotation。</a:t>
            </a:r>
          </a:p>
          <a:p>
            <a:r>
              <a:t>5. low VAF + high AlleleDelta + low CramersV 應留在 artifact triage。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頁面目的：交代 phase 2 為何重要，以及它排除了什麼方向。</a:t>
            </a:r>
          </a:p>
          <a:p>
            <a:r>
              <a:t>口頭重點：</a:t>
            </a:r>
          </a:p>
          <a:p>
            <a:r>
              <a:t>1. raw pileup / full model 的確揭露了 paired 的召回空間。</a:t>
            </a:r>
          </a:p>
          <a:p>
            <a:r>
              <a:t>2. 但 precision 代價太大，因此不能直接取代 merged caller。</a:t>
            </a:r>
          </a:p>
          <a:p>
            <a:r>
              <a:t>3. phase 2 的價值是理解 recall ceiling，而不是把 raw caller 當正式輸出。</a:t>
            </a:r>
          </a:p>
          <a:p>
            <a:r>
              <a:t>4. paired 主線仍是 merged caller → LongPhase → InterSubMod。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 finer interval 結果正式回接到 annotation layer。</a:t>
            </a:r>
          </a:p>
          <a:p>
            <a:r>
              <a:t>口頭重點：</a:t>
            </a:r>
          </a:p>
          <a:p>
            <a:r>
              <a:t>1. Quality_Score 已足夠穩，適合直接輸出為 support annotation。</a:t>
            </a:r>
          </a:p>
          <a:p>
            <a:r>
              <a:t>2. PairwiseMedianDist 有訊號，但必須標示 dataset-aware。</a:t>
            </a:r>
          </a:p>
          <a:p>
            <a:r>
              <a:t>3. hp_assign_rate 反映的是 phase completeness，不應當成 truth keep。</a:t>
            </a:r>
          </a:p>
          <a:p>
            <a:r>
              <a:t>4. 現在最合理的做法是先接 round summary / dashboard / diagnostics，而不是改 hard filter。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頁面目的：主動交代現階段不能講太滿的地方。</a:t>
            </a:r>
          </a:p>
          <a:p>
            <a:r>
              <a:t>口頭重點：</a:t>
            </a:r>
          </a:p>
          <a:p>
            <a:r>
              <a:t>1. paired 的 candidate-specific coverage ceiling 仍偏低。</a:t>
            </a:r>
          </a:p>
          <a:p>
            <a:r>
              <a:t>2. TO 的 pileup vs full model 還沒有完整雙模型對照。</a:t>
            </a:r>
          </a:p>
          <a:p>
            <a:r>
              <a:t>3. 5kHz TO 與 DORADO TO 的 snapshot scope 不同，所以 read-level 解讀要保守。</a:t>
            </a:r>
          </a:p>
          <a:p>
            <a:r>
              <a:t>4. Pool B FN 仍有 caller-side rescue 空間。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頁面目的：把下一步說清楚，並避免研究又回到亂試規則。</a:t>
            </a:r>
          </a:p>
          <a:p>
            <a:r>
              <a:t>口頭重點：</a:t>
            </a:r>
          </a:p>
          <a:p>
            <a:r>
              <a:t>1. 下一步優先把 annotation 接到輸出層。</a:t>
            </a:r>
          </a:p>
          <a:p>
            <a:r>
              <a:t>2. 繼續累積 finer interval 與 orthogonality 的 cross-dataset 證據。</a:t>
            </a:r>
          </a:p>
          <a:p>
            <a:r>
              <a:t>3. 若要升級規則，先升級成 annotation export，不直接改核心過濾。</a:t>
            </a:r>
          </a:p>
          <a:p>
            <a:r>
              <a:t>4. 不要把 5kHz 單一方向的 Pairwise 或 artifact triage 寫成全域規則。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頁面目的：提供複查、再生與版本追蹤入口。</a:t>
            </a:r>
          </a:p>
          <a:p>
            <a:r>
              <a:t>口頭重點：</a:t>
            </a:r>
          </a:p>
          <a:p>
            <a:r>
              <a:t>1. 這份 deck 對應的主週報、phase 2 報告與 annotation 報告都可直接回查。</a:t>
            </a:r>
          </a:p>
          <a:p>
            <a:r>
              <a:t>2. 生成腳本、設定檔與個人 PPT profile 已固定。</a:t>
            </a:r>
          </a:p>
          <a:p>
            <a:r>
              <a:t>3. 若之後需要再版，應優先沿用這套 deck 生成流程。</a:t>
            </a:r>
          </a:p>
          <a:p>
            <a:r>
              <a:t>主要來源：</a:t>
            </a:r>
          </a:p>
          <a:p>
            <a:r>
              <a:t>- 主週報：/big8_disk/liaoyoyo2001/InterSubMod/docs/reports/validated/2026/03/20260311_研究主線週報_20260305_20260311_phase2_annotation整合_01.md</a:t>
            </a:r>
          </a:p>
          <a:p>
            <a:r>
              <a:t>- deck path：/big8_disk/liaoyoyo2001/InterSubMod/docs/presentations/validated/2026/03/20260311_研究主線週報_20260305_20260311_phase2_annotation整合_oral_v03.pptx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502920"/>
            <a:ext cx="51206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466344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7880" y="868680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Arial"/>
              </a:rPr>
              <a:t>InterSubMod 研究週報簡報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234440"/>
            <a:ext cx="585216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7202A"/>
                </a:solidFill>
                <a:latin typeface="Noto Sans TC Bold"/>
              </a:rPr>
              <a:t>InterSubMod 研究主線整合週報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0448" y="2304288"/>
            <a:ext cx="2926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 i="0">
                <a:solidFill>
                  <a:srgbClr val="C76B50"/>
                </a:solidFill>
                <a:latin typeface="Arial Bold"/>
              </a:rPr>
              <a:t>Weekly Research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596896"/>
            <a:ext cx="5303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Noto Sans TC"/>
              </a:rPr>
              <a:t>2026-03-05 至 2026-03-11，含 phase 2 與 annotation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154680"/>
            <a:ext cx="5394960" cy="109728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3310128"/>
            <a:ext cx="48463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50" b="1" i="0">
                <a:solidFill>
                  <a:srgbClr val="F8F4EE"/>
                </a:solidFill>
                <a:latin typeface="Noto Sans TC Bold"/>
              </a:rPr>
              <a:t>主結論已收斂為：caller-first、methylation-support、annotation / QC / artifact triage 三層分工。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4800600"/>
            <a:ext cx="2560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報告整理時間｜2026-03-11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5010912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Report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21031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報告人｜廖子游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01091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報告大綱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本次簡報共 14 頁，分成 6 個主題，先架構後證據再下一步。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破題結論與主架構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Opening thesis and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資料四象限與研究推進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Study matrix and weekly milestones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paired / TO 核心結果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Paired and tumor-only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特徵定位與 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Feature roles and phase-2 benchmark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annotation 決策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Annotation-layer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缺口、下一步與複查路徑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Gaps, actions, and traceability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6062472"/>
            <a:ext cx="10835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6144768"/>
            <a:ext cx="1033272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52606D"/>
                </a:solidFill>
                <a:latin typeface="Noto Sans TC"/>
              </a:rPr>
              <a:t>頁數策略：一頁一重點；若觀眾需要更多細節，附錄與原始報告可直接回查。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本週最重要的結論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研究主線已從『大量試規則』收斂成固定分工：caller-first、methylation-support、annotation/QC/artifact。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583680" cy="210312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57400"/>
            <a:ext cx="59893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000" b="1" i="0">
                <a:solidFill>
                  <a:srgbClr val="F8F4EE"/>
                </a:solidFill>
                <a:latin typeface="Noto Sans TC Bold"/>
              </a:rPr>
              <a:t>目前最穩的救援仍在 caller 端；甲基訊號已證明有價值，但定位應是 support、annotation 與 triage，而不是直接取代 caller。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44368"/>
            <a:ext cx="5806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D6DCE5"/>
                </a:solidFill>
                <a:latin typeface="Arial"/>
              </a:rPr>
              <a:t>The stable pattern is caller-first. Methylation already shows value, but its current role is support, annotation, and artifact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8308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76272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rial Bold"/>
              </a:rPr>
              <a:t>F1 +0.0010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532888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83 個 FP 被額外移除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182112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31927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575304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60" b="1" i="0">
                <a:solidFill>
                  <a:srgbClr val="17202A"/>
                </a:solidFill>
                <a:latin typeface="Arial Bold"/>
              </a:rPr>
              <a:t>caller-only 最佳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31920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甲基 support 成立但未超過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599432"/>
            <a:ext cx="3886200" cy="54864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754880"/>
            <a:ext cx="34290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17202A"/>
                </a:solidFill>
                <a:latin typeface="Noto Sans TC Bold"/>
              </a:rPr>
              <a:t>DORADO TO｜support 非全負，但 Pairwise 方向與 5kHz 相反。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31536"/>
            <a:ext cx="3154680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F8F4EE"/>
                </a:solidFill>
                <a:latin typeface="Noto Sans TC Bold"/>
              </a:rPr>
              <a:t>第一層｜caller-first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F8F4EE"/>
                </a:solidFill>
                <a:latin typeface="Noto Sans TC"/>
              </a:rPr>
              <a:t>用 GQ / QUAL / eligibility 定義可救回的邊緣集合。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5431536"/>
            <a:ext cx="3154680" cy="45720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第二層｜methylation-support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用 Quality / Pairwise / agreement 補強排序與支持。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5431536"/>
            <a:ext cx="3154680" cy="45720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第三層｜annotation / QC /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把 phase completeness、dataset-aware 訊號與 artifact 旁路制度化輸出。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資料四象限與比較邊界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Study matrix and comparability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四個 dataset 都已跑通，但 snapshot scope 與 candidate-specific coverage 不完全相同，解讀邊界必須分清楚。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623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四象限資料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37744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 noisy 的主實驗 paired 樣本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7744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paired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跨平台 paired 交叉驗證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02336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最能看見 methylation-support 的 TO 場景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402336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TO 跨平台驗證；本輪用 subset haplotag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783080"/>
            <a:ext cx="48920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96596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比較時一定要記住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331720"/>
            <a:ext cx="4315968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5kHz TO snapshot 來自 full tagged BAM；DORADO TO 來自 candidate-window subset tagged BAM。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paired candidate-specific coverage 只有 8%~20%，TO 則是 71%~100%。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因此 paired 的甲基無效不能直接解讀成 paired 沒有甲基價值。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PairwiseMedianDist 方向在 5kHz TO 與 DORADO TO 相反，只能做 dataset-aware 解讀。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828032"/>
            <a:ext cx="4251960" cy="87782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5084064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F8F4EE"/>
                </a:solidFill>
                <a:latin typeface="Noto Sans TC Bold"/>
              </a:rPr>
              <a:t>結論：四象限可以一起看，但不是所有數值都能硬做跨 dataset 絕對值比較。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本週推進順序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Weekly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先排除 mixed 主線，再跑通 paired / TO、candidate-specific rescue、phase 2 與 annotation 回接。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10881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401568"/>
            <a:ext cx="10012680" cy="54864"/>
          </a:xfrm>
          <a:prstGeom prst="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2011680" cy="14173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5295" y="2267712"/>
            <a:ext cx="786384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322576"/>
            <a:ext cx="71323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50" b="1" i="0">
                <a:solidFill>
                  <a:srgbClr val="F8F4EE"/>
                </a:solidFill>
                <a:latin typeface="Arial Bold"/>
              </a:rPr>
              <a:t>03-05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706624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三路對照與全樣本規則拆解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3017520"/>
            <a:ext cx="17830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確認 mixed purity 容易混入組織差異，主線改成純樣本優先。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011680" cy="14173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5615" y="2267712"/>
            <a:ext cx="786384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322576"/>
            <a:ext cx="71323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50" b="1" i="0">
                <a:solidFill>
                  <a:srgbClr val="F8F4EE"/>
                </a:solidFill>
                <a:latin typeface="Arial Bold"/>
              </a:rPr>
              <a:t>03-07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706624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paired rerun 與 TO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017520"/>
            <a:ext cx="17830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pure 與 TO 主流程正式跑通，確立 5kHz 主實驗樣本地位。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2011680" cy="14173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2267712"/>
            <a:ext cx="786384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322576"/>
            <a:ext cx="71323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50" b="1" i="0">
                <a:solidFill>
                  <a:srgbClr val="F8F4EE"/>
                </a:solidFill>
                <a:latin typeface="Arial Bold"/>
              </a:rPr>
              <a:t>03-08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706624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candidate-specific rescue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17520"/>
            <a:ext cx="17830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甲基 support 在 TO 下成立，但不穩定跨樣本。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148840"/>
            <a:ext cx="2011680" cy="14173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2267712"/>
            <a:ext cx="786384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322576"/>
            <a:ext cx="71323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50" b="1" i="0">
                <a:solidFill>
                  <a:srgbClr val="F8F4EE"/>
                </a:solidFill>
                <a:latin typeface="Arial Bold"/>
              </a:rPr>
              <a:t>03-11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7" y="2706624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phase 2 + annotation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3017520"/>
            <a:ext cx="17830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raw 對照與 finer interval 已回接 annotation layer。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029200"/>
            <a:ext cx="10881360" cy="50292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93792"/>
            <a:ext cx="103327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17202A"/>
                </a:solidFill>
                <a:latin typeface="Noto Sans TC Bold"/>
              </a:rPr>
              <a:t>重要收斂：這週不是只多做了幾條規則，而是把『什麼應進主流程、什麼只該留在分析層』這件事正式定型。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paired pure 正式 rerun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5kHz 是最有壓力的主樣本；DORADO 是跨平台交叉驗證基準。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00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red_reru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93392"/>
            <a:ext cx="598932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832" y="5321808"/>
            <a:ext cx="57607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圖表解讀｜X 軸：paired dataset；Y 軸：F1。每組柱狀依序代表 ClairS、LongPhase-S、InterSubMod。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28800"/>
            <a:ext cx="3977639" cy="113385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947672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2212848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0.8522 → 0.8532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2578608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增益主要來自額外移除 83 個 FP，不是大量救回 TP。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218688"/>
            <a:ext cx="3977639" cy="1133856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337560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DORADO paired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3602736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0.8592 → 0.8590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3968496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方向可對照，但同一條規則不保證可攜。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608576"/>
            <a:ext cx="3977639" cy="1133856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4727448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Noto Sans TC Bold"/>
              </a:rPr>
              <a:t>paired 高層判讀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4992624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Arial Bold"/>
              </a:rPr>
              <a:t>caller-first 仍主導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5358384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17202A"/>
                </a:solidFill>
                <a:latin typeface="Noto Sans TC"/>
              </a:rPr>
              <a:t>InterSubMod 在 paired 有價值，但目前更像精修 precision 的分析層。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tumor-only rescue：caller 先、甲基後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Tumor-only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TO 下甲基特徵不是全負效果，但目前仍沒有穩定超過最佳 caller gate。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035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93392"/>
            <a:ext cx="566928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065776"/>
            <a:ext cx="55778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30" b="0" i="0">
                <a:solidFill>
                  <a:srgbClr val="52606D"/>
                </a:solidFill>
                <a:latin typeface="Noto Sans TC"/>
              </a:rPr>
              <a:t>圖表解讀｜Y 軸為相對 baseline 的 ΔF1。左圖是 5kHz TO，右圖是 DORADO TO。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55648"/>
            <a:ext cx="42245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920240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5kHz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21284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caller-only 最佳：`QUAL&gt;=10 or GQ&gt;=20`，`491 TP / 118 FP`。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`Pairwise&gt;=0.20` 與 `agreement_positive` 都有 support 價值，但仍低於最佳 caller-only。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結論：適合 `caller-first + methylation-support`。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767328"/>
            <a:ext cx="422452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93192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DORADO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422452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`GQ&gt;=10` 仍是最佳 caller-only。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`Quality&gt;=60`、`Pairwise&lt;=0.20` 單獨都為正值，但在 gate 後仍只作 support。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本輪使用 `candidate-window subset BAM + subset haplotag`，方向可判讀但不做絕對值硬比。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541264"/>
            <a:ext cx="4224528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5669280"/>
            <a:ext cx="373075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0" b="1" i="0">
                <a:solidFill>
                  <a:srgbClr val="F8F4EE"/>
                </a:solidFill>
                <a:latin typeface="Noto Sans TC Bold"/>
              </a:rPr>
              <a:t>結論：甲基 support 成立，但目前最穩的主規則仍是 caller-first。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特徵分工重新定型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這週已把特徵從『候選規則』重新整理成三種用途：主規則、support、annotation/QC/triage。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91840" cy="338328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主規則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caller-first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GQ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candidate 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最穩、跨 dataset 最一致，負責決定第一層可救回集合。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1144" y="1828800"/>
            <a:ext cx="3291840" cy="3383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第二層支持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methylation-support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Quality_Score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PairwiseMedianDist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agreement_positive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在 TO 可提供額外 support，但方向可能依 dataset 改變。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1828800"/>
            <a:ext cx="3291840" cy="338328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註記與旁路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Arial"/>
              </a:rPr>
              <a:t>annotation / QC /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hp_assign_rate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artifact_lowvaf_highad_lowcv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dataset-aware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  <a:latin typeface="Noto Sans TC"/>
              </a:rPr>
              <a:t>不直接做 keep/filter；負責解讀、QC 與 artifact 診斷。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744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23560"/>
            <a:ext cx="10241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17202A"/>
                </a:solidFill>
                <a:latin typeface="Noto Sans TC Bold"/>
              </a:rPr>
              <a:t>現階段最重要的不是再堆更多條件，而是把有訊息量但不夠穩定的特徵，明確放到正確層級。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關鍵特徵：哪些可升級、哪些不能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看的是『目前最合理的定位』，不是單一 dataset 一時有效就直接升級成全域規則。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6420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caller-first 主規則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意義：目前最穩定、跨 dataset 最一致的 rescue 訊號。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限制：不能直接解讀成 ClairS / ClairS-TO 一開始就應全域放寬；它更像 caller-side threshold / ranking 訊號。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6420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755648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Quality_Score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01168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support 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267712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意義：在兩個 TO dataset 都呈正向 support，適合排序與解讀。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2578608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限制：高 Quality 的 FP 仍存在，不應直接 hard keep。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1868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PairwiseMedianDist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dataset-aware support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意義：5kHz TO 偏高 pairwise；DORADO paired / TO 偏低 pairwise。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限制：方向具樣本依賴，不能升級成全域規則；目前更像 dataset-specific 結構 / noise proxy。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1868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310128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agreement_positive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56616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label-support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3822191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 5kHz TO 比單純 Strong/Subclone 更乾淨。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4133087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限制：尚未證明跨樣本穩定。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77316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7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hp_assign_rate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phase / QC annotation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意義：反映 HP 可分派性與 phase completeness。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87568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限制：TP 與 FP 都可能很高，不能當 truth-level keep 規則。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773168"/>
            <a:ext cx="5257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1" y="4864607"/>
            <a:ext cx="34747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low VAF + high AD + low 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5120640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artifact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5376672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意義：對 5kHz 的後段刪 FP 有價值。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5687568"/>
            <a:ext cx="4663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限制：不適合作 TP rescue 主規則，也不能直接前置化。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phase 2：raw caller 的邊界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raw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paired raw pileup / full model 有額外召回，但 precision 代價太大，不能直接取代 merged caller。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2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6236208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486400"/>
            <a:ext cx="5852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圖表解讀｜每個 panel 都是 paired 場景；X 軸為 F1，Y 軸為 caller 層級來源。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55648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92024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17202A"/>
                </a:solidFill>
                <a:latin typeface="Noto Sans TC Bold"/>
              </a:rPr>
              <a:t>這頁要傳達的重點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267712"/>
            <a:ext cx="3154680" cy="1627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5kHz paired：raw pileup / full 都比 merged 更高召回，但 precision 崩得更快。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DORADO paired：raw full 優於 raw pileup，但仍低於 merged output。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paired 問題下，raw caller 更適合拿來理解 recall 空間，不適合直接當最終輸出。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4315968"/>
            <a:ext cx="3182112" cy="82296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553712"/>
            <a:ext cx="26974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220" b="1" i="0">
                <a:solidFill>
                  <a:srgbClr val="F8F4EE"/>
                </a:solidFill>
                <a:latin typeface="Noto Sans TC Bold"/>
              </a:rPr>
              <a:t>正式主線仍應維持
merged caller → LongPhase → InterSubMod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annotation layer：目前該做的整合層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Annotation-layer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phase 2 的 finer interval 已足夠回接 annotation，但還不到改 hard keep / hard filter 的時候。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5989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notation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65960"/>
            <a:ext cx="55778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230368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圖表解讀｜顯示四個 dataset 在目前最佳 policy 下，相對 baseline 的 ΔF1。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55648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901952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Quality_Score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12848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support annotation，適合排序、報告與人工審閱。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090672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236976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PairwiseMedianDist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547872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dataset-aware support annotation，不可直接寫成跨樣本全域規則。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425696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572000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hp_assign_rate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82896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明確降階為 phase / QC annotation；反映相位完整度，不直接做 truth keep。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F8F4EE"/>
                </a:solidFill>
                <a:latin typeface="Noto Sans TC Bold"/>
              </a:rPr>
              <a:t>還沒完成的邊界與風險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 gaps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D6DCE5"/>
                </a:solidFill>
                <a:latin typeface="Noto Sans TC"/>
              </a:rPr>
              <a:t>這頁要交代的是：哪些結論已可定稿、哪些仍需保守解讀。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310128" cy="2423160"/>
          </a:xfrm>
          <a:prstGeom prst="roundRect">
            <a:avLst/>
          </a:prstGeom>
          <a:solidFill>
            <a:srgbClr val="F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29968"/>
            <a:ext cx="21214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coverage 天花板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30428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coverage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78608"/>
            <a:ext cx="274320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  <a:latin typeface="Noto Sans TC"/>
              </a:rPr>
              <a:t>paired 的 candidate-specific coverage 只有 8%~20%，因此 paired 的甲基無效不能直接解讀成完全沒有價值。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74519"/>
            <a:ext cx="33101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21214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模型缺口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0428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model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78608"/>
            <a:ext cx="274320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  <a:latin typeface="Noto Sans TC"/>
              </a:rPr>
              <a:t>TO 的 pileup vs full model 尚未補齊雙模型直接對照，因此 TO 模型差異目前只以 pileup 路線為主。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874519"/>
            <a:ext cx="3310128" cy="2423160"/>
          </a:xfrm>
          <a:prstGeom prst="roundRect">
            <a:avLst/>
          </a:prstGeom>
          <a:solidFill>
            <a:srgbClr val="E9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29968"/>
            <a:ext cx="21214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解讀限制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0428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scope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578608"/>
            <a:ext cx="274320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  <a:latin typeface="Noto Sans TC"/>
              </a:rPr>
              <a:t>5kHz TO 與 DORADO TO 的 snapshot scope 不同，read-level 圖只能做方向比較；Pool B FN 仍有 caller-side rescue 空間。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800600"/>
            <a:ext cx="10753344" cy="475488"/>
          </a:xfrm>
          <a:prstGeom prst="roundRect">
            <a:avLst/>
          </a:prstGeom>
          <a:solidFill>
            <a:srgbClr val="F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919472"/>
            <a:ext cx="10241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17202A"/>
                </a:solidFill>
                <a:latin typeface="Noto Sans TC Bold"/>
              </a:rPr>
              <a:t>這些邊界不代表研究失敗，而是記錄現階段不能講太滿的地方，以確保結論可靠。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D6DCE5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6DCE5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下一步與現在不該做的事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接下來應優先把 annotation 接到輸出層，而不是急著改核心 hard filter。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574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128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把 annotation 接到 round summary / dashboard / diagnostics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9718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632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繼續累積 finer interval 與 orthogonality 的 cross-dataset 證據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8862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416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77639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若要升級規則，先升級成 annotation export，不直接改核心過濾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8006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560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8920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保留 5kHz artifact triage 作 dataset-specific 診斷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755648"/>
            <a:ext cx="3794760" cy="4526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965960"/>
            <a:ext cx="18288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40" b="1" i="0">
                <a:solidFill>
                  <a:srgbClr val="F8F4EE"/>
                </a:solidFill>
                <a:latin typeface="Noto Sans TC Bold"/>
              </a:rPr>
              <a:t>現在不該做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331720"/>
            <a:ext cx="30632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Quality 或 Pairwise 直接變成新的 hard keep。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artifact-veto 直接拿去做 TP rescue 主規則。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5kHz 單一 dataset 的 Pairwise 方向寫成跨樣本結論。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5074920"/>
            <a:ext cx="3063240" cy="74980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5330952"/>
            <a:ext cx="26974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F8F4EE"/>
                </a:solidFill>
                <a:latin typeface="Noto Sans TC Bold"/>
              </a:rPr>
              <a:t>原則：先用 annotation 解決可解釋性，再考慮是否值得改核心決策。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複查路徑與再生成方式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Traceability and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這份 deck 的來源、版本與重生設定都已獨立整理，方便之後重跑或換版。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755648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45552" y="1755648"/>
            <a:ext cx="34198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56816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核心文件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主週報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342900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80" b="0" i="0">
                <a:solidFill>
                  <a:srgbClr val="52606D"/>
                </a:solidFill>
                <a:latin typeface="Arial"/>
              </a:rPr>
              <a:t>/big8_disk/liaoyoyo2001/
InterSubMod/docs/reports/validated
/2026/03/20260311_研究主線週報_20260305_
20260311_phase2_annotation整合_01.md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1927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phase 2 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20440"/>
            <a:ext cx="342900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80" b="0" i="0">
                <a:solidFill>
                  <a:srgbClr val="52606D"/>
                </a:solidFill>
                <a:latin typeface="Arial"/>
              </a:rPr>
              <a:t>/big8_disk/liaoyoyo2001/
InterSubMod/docs/experiments/in_
progress/2026/03/20260311_phase2_
paired_raw與feature_interval_
orthogonality分析_01.md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70831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annotation 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571999"/>
            <a:ext cx="342900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80" b="0" i="0">
                <a:solidFill>
                  <a:srgbClr val="52606D"/>
                </a:solidFill>
                <a:latin typeface="Arial"/>
              </a:rPr>
              <a:t>/big8_disk/liaoyoyo2001/
InterSubMod/docs/experiments/in_
progress/2026/03/20260311_phase2_
finer_interval回接annotation_layer驗證
_01.md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956816"/>
            <a:ext cx="1371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主要數據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26771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paired raw benchmark TSV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68880"/>
            <a:ext cx="25146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20" b="0" i="0">
                <a:solidFill>
                  <a:srgbClr val="52606D"/>
                </a:solidFill>
                <a:latin typeface="Arial"/>
              </a:rPr>
              <a:t>/big8_disk/liaoyoyo2001/
InterSubMod_runs/output/big8
_disk_output/research_rounds
/20260311_phase2_paired_
model_feature_analysis/
paired_raw_model_…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73075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annotation best policy 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931920"/>
            <a:ext cx="25146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20" b="0" i="0">
                <a:solidFill>
                  <a:srgbClr val="52606D"/>
                </a:solidFill>
                <a:latin typeface="Arial"/>
              </a:rPr>
              <a:t>/big8_disk/liaoyoyo2001/
InterSubMod_runs/output/big8
_disk_output/research_rounds
/20260311_phase2_annotation_
layer/annotation_best_
policy.tsv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56816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版本與重生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version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487168"/>
            <a:ext cx="269748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20260311_研究主線週報_20260305_20260311_phase2_annotation整合_oral_v03.version.json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063240"/>
            <a:ext cx="1097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deck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64408"/>
            <a:ext cx="274320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20260311_研究主線週報_20260305_20260311_phase2_annotation整合_oral_v03.pptx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9144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rerun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206240"/>
            <a:ext cx="2697480" cy="93268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407408"/>
            <a:ext cx="228600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20" b="0" i="0">
                <a:solidFill>
                  <a:srgbClr val="F8F4EE"/>
                </a:solidFill>
                <a:latin typeface="Arial"/>
              </a:rPr>
              <a:t>python build_weekly_report_pptx_oral_v2.py
--config 20260311_weekly_report_pptx_oral_config_01.json
--profile 20260311_liao_research_ppt_profile_01.json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13248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Noto Sans TC"/>
              </a:rPr>
              <a:t>完整絕對路徑仍保留在主週報、設定檔與 version.json；本頁優先保證可口頭說明與快速複查。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InterSubMod 研究主線整合週報</dc:title>
  <dc:subject/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